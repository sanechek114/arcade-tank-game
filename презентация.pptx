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Montserrat" charset="-52"/>
      <p:regular r:id="rId9"/>
      <p:bold r:id="rId10"/>
      <p:italic r:id="rId11"/>
      <p:boldItalic r:id="rId12"/>
    </p:embeddedFont>
    <p:embeddedFont>
      <p:font typeface="Montserrat Medium" charset="-52"/>
      <p:regular r:id="rId13"/>
      <p:bold r:id="rId14"/>
      <p:italic r:id="rId15"/>
      <p:boldItalic r:id="rId16"/>
    </p:embeddedFont>
    <p:embeddedFont>
      <p:font typeface="Lato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9" d="100"/>
          <a:sy n="209" d="100"/>
        </p:scale>
        <p:origin x="-762" y="-7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c3c14c974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c3c14c974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c3c14c974_16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c3c14c974_16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c3c14c974_17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c3c14c974_17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c3c14c974_17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c3c14c974_17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3c14c974_17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c3c14c974_17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404025" y="1543375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Танчики  2D!</a:t>
            </a:r>
            <a:endParaRPr sz="3400"/>
          </a:p>
        </p:txBody>
      </p:sp>
      <p:sp>
        <p:nvSpPr>
          <p:cNvPr id="135" name="Google Shape;135;p13" descr="слт"/>
          <p:cNvSpPr txBox="1">
            <a:spLocks noGrp="1"/>
          </p:cNvSpPr>
          <p:nvPr>
            <p:ph type="subTitle" idx="1"/>
          </p:nvPr>
        </p:nvSpPr>
        <p:spPr>
          <a:xfrm>
            <a:off x="6447600" y="3786700"/>
            <a:ext cx="2496600" cy="1091700"/>
          </a:xfrm>
          <a:prstGeom prst="rect">
            <a:avLst/>
          </a:prstGeom>
          <a:ln>
            <a:noFill/>
          </a:ln>
          <a:effectLst>
            <a:outerShdw blurRad="571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 Medium"/>
                <a:ea typeface="Montserrat Medium"/>
                <a:cs typeface="Montserrat Medium"/>
                <a:sym typeface="Montserrat Medium"/>
              </a:rPr>
              <a:t>Разработчики: 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 Medium"/>
                <a:ea typeface="Montserrat Medium"/>
                <a:cs typeface="Montserrat Medium"/>
                <a:sym typeface="Montserrat Medium"/>
              </a:rPr>
              <a:t>Ермолаев Александр,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 Medium"/>
                <a:ea typeface="Montserrat Medium"/>
                <a:cs typeface="Montserrat Medium"/>
                <a:sym typeface="Montserrat Medium"/>
              </a:rPr>
              <a:t>Ерлыгин Егор,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 Medium"/>
                <a:ea typeface="Montserrat Medium"/>
                <a:cs typeface="Montserrat Medium"/>
                <a:sym typeface="Montserrat Medium"/>
              </a:rPr>
              <a:t>Садретдинов Алексей.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699992">
            <a:off x="1066287" y="2984829"/>
            <a:ext cx="601875" cy="728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100235">
            <a:off x="1885591" y="3842886"/>
            <a:ext cx="147595" cy="196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>
            <a:spLocks noGrp="1"/>
          </p:cNvSpPr>
          <p:nvPr>
            <p:ph type="title"/>
          </p:nvPr>
        </p:nvSpPr>
        <p:spPr>
          <a:xfrm>
            <a:off x="1297500" y="217450"/>
            <a:ext cx="7038900" cy="5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Описание</a:t>
            </a:r>
            <a:endParaRPr dirty="0"/>
          </a:p>
        </p:txBody>
      </p:sp>
      <p:sp>
        <p:nvSpPr>
          <p:cNvPr id="143" name="Google Shape;143;p14"/>
          <p:cNvSpPr txBox="1">
            <a:spLocks noGrp="1"/>
          </p:cNvSpPr>
          <p:nvPr>
            <p:ph type="body" idx="1"/>
          </p:nvPr>
        </p:nvSpPr>
        <p:spPr>
          <a:xfrm>
            <a:off x="850325" y="772450"/>
            <a:ext cx="7485900" cy="7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>
              <a:lnSpc>
                <a:spcPct val="100000"/>
              </a:lnSpc>
              <a:buNone/>
            </a:pPr>
            <a:r>
              <a:rPr lang="ru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Игра про танчики</a:t>
            </a:r>
            <a:r>
              <a:rPr lang="en-US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ru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 цель которой</a:t>
            </a:r>
            <a:r>
              <a:rPr lang="en-US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" sz="1200" dirty="0" smtClean="0">
                <a:latin typeface="Montserrat"/>
                <a:ea typeface="Montserrat"/>
                <a:cs typeface="Montserrat"/>
                <a:sym typeface="Montserrat"/>
              </a:rPr>
              <a:t>–</a:t>
            </a:r>
            <a:r>
              <a:rPr lang="ru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 пройти все уровни и победить босса.</a:t>
            </a:r>
            <a:endParaRPr sz="1200" dirty="0" smtClean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Проходя </a:t>
            </a:r>
            <a:r>
              <a:rPr lang="ru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уровни, </a:t>
            </a:r>
            <a:r>
              <a:rPr lang="ru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вам открываются новые пушки и улучшение танка.</a:t>
            </a:r>
            <a:endParaRPr sz="12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4" name="Google Shape;14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313" y="1501750"/>
            <a:ext cx="5287374" cy="333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>
            <a:spLocks noGrp="1"/>
          </p:cNvSpPr>
          <p:nvPr>
            <p:ph type="title"/>
          </p:nvPr>
        </p:nvSpPr>
        <p:spPr>
          <a:xfrm>
            <a:off x="1147150" y="575525"/>
            <a:ext cx="21600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Меню</a:t>
            </a:r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body" idx="1"/>
          </p:nvPr>
        </p:nvSpPr>
        <p:spPr>
          <a:xfrm>
            <a:off x="1147150" y="1151200"/>
            <a:ext cx="2160000" cy="3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Montserrat"/>
                <a:ea typeface="Montserrat"/>
                <a:cs typeface="Montserrat"/>
                <a:sym typeface="Montserrat"/>
              </a:rPr>
              <a:t>Цветные Кнопки – выбор типа танка.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950" b="1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Красный танк</a:t>
            </a:r>
            <a:r>
              <a:rPr lang="ru" sz="950" dirty="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- все характеристики средние.</a:t>
            </a:r>
            <a:endParaRPr sz="950" dirty="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 b="1" dirty="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Синий танк</a:t>
            </a:r>
            <a:r>
              <a:rPr lang="ru" sz="950" dirty="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- лучше        скорострельность, но меньше максимальная скорость.</a:t>
            </a:r>
            <a:endParaRPr sz="950" dirty="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 b="1" dirty="0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Зеленый танк</a:t>
            </a:r>
            <a:r>
              <a:rPr lang="ru" sz="950" dirty="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- больше запас прочности, но медленная перезарядка.</a:t>
            </a:r>
            <a:endParaRPr sz="950" dirty="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 b="1" dirty="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Желтый танк</a:t>
            </a:r>
            <a:r>
              <a:rPr lang="ru" sz="950" dirty="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- увеличенная максимальная скорость, но запас прочности уменьшен</a:t>
            </a:r>
            <a:r>
              <a:rPr lang="ru" sz="1050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50" dirty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latin typeface="Montserrat"/>
                <a:ea typeface="Montserrat"/>
                <a:cs typeface="Montserrat"/>
                <a:sym typeface="Montserrat"/>
              </a:rPr>
              <a:t>Выбор пушек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latin typeface="Montserrat"/>
                <a:ea typeface="Montserrat"/>
                <a:cs typeface="Montserrat"/>
                <a:sym typeface="Montserrat"/>
              </a:rPr>
              <a:t>1 – слабый </a:t>
            </a:r>
            <a:r>
              <a:rPr lang="ru" sz="1000" dirty="0" smtClean="0">
                <a:latin typeface="Montserrat"/>
                <a:ea typeface="Montserrat"/>
                <a:cs typeface="Montserrat"/>
                <a:sym typeface="Montserrat"/>
              </a:rPr>
              <a:t>урон </a:t>
            </a:r>
            <a:r>
              <a:rPr lang="ru" sz="1000" dirty="0">
                <a:latin typeface="Montserrat"/>
                <a:ea typeface="Montserrat"/>
                <a:cs typeface="Montserrat"/>
                <a:sym typeface="Montserrat"/>
              </a:rPr>
              <a:t>и средняя скорость.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latin typeface="Montserrat"/>
                <a:ea typeface="Montserrat"/>
                <a:cs typeface="Montserrat"/>
                <a:sym typeface="Montserrat"/>
              </a:rPr>
              <a:t>2 – большой урон, но маленькая скорость.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latin typeface="Montserrat"/>
                <a:ea typeface="Montserrat"/>
                <a:cs typeface="Montserrat"/>
                <a:sym typeface="Montserrat"/>
              </a:rPr>
              <a:t>3 – средний урон и высокая скорость.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70" dirty="0">
                <a:latin typeface="Montserrat"/>
                <a:ea typeface="Montserrat"/>
                <a:cs typeface="Montserrat"/>
                <a:sym typeface="Montserrat"/>
              </a:rPr>
              <a:t>Выбор карты</a:t>
            </a:r>
            <a:endParaRPr sz="147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7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latin typeface="Montserrat"/>
                <a:ea typeface="Montserrat"/>
                <a:cs typeface="Montserrat"/>
                <a:sym typeface="Montserrat"/>
              </a:rPr>
              <a:t>На выбор 4 карты, которые открываются помимо прохождения игры.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9688" y="575525"/>
            <a:ext cx="5576711" cy="391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5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Управление</a:t>
            </a:r>
            <a:endParaRPr/>
          </a:p>
        </p:txBody>
      </p:sp>
      <p:sp>
        <p:nvSpPr>
          <p:cNvPr id="157" name="Google Shape;157;p16"/>
          <p:cNvSpPr txBox="1">
            <a:spLocks noGrp="1"/>
          </p:cNvSpPr>
          <p:nvPr>
            <p:ph type="body" idx="1"/>
          </p:nvPr>
        </p:nvSpPr>
        <p:spPr>
          <a:xfrm>
            <a:off x="1297500" y="954150"/>
            <a:ext cx="3798900" cy="3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Движение и повороты танка – WASD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Стрельба – ЛКМ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Пауза, выход – Esc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8" name="Google Shape;1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2150" y="393750"/>
            <a:ext cx="3430925" cy="442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1266400" y="393750"/>
            <a:ext cx="32343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Геймплей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297500" y="1307850"/>
            <a:ext cx="3203100" cy="15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Чтобы пройти карту нужно уничтожить всех противников.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После прохождения карты открывается новая карта и пушка.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 4 карте вы встретитесь с финальным боссом.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5252350" y="393750"/>
            <a:ext cx="29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Боты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5252350" y="1307850"/>
            <a:ext cx="2986500" cy="15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Боты не просто стреляют в игрока, они просчитывают будущие положение игрока к моменту прилета снаряда и стреляют наперед.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3308700" cy="12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Возможности по доработке.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02175" y="2136200"/>
            <a:ext cx="7046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Улучшить мозги ботам, чтобы они могли обходить препятствия.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Режим нескольких игроков и PvP.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Сделать больше карт, пушек и модификации.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Microsoft Office PowerPoint</Application>
  <PresentationFormat>Экран (16:9)</PresentationFormat>
  <Paragraphs>39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Montserrat</vt:lpstr>
      <vt:lpstr>Montserrat Medium</vt:lpstr>
      <vt:lpstr>Lato</vt:lpstr>
      <vt:lpstr>Focus</vt:lpstr>
      <vt:lpstr>Танчики  2D!</vt:lpstr>
      <vt:lpstr>Описание</vt:lpstr>
      <vt:lpstr>Меню</vt:lpstr>
      <vt:lpstr>Управление</vt:lpstr>
      <vt:lpstr>Геймплей</vt:lpstr>
      <vt:lpstr>Возможности по доработке.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Танчики  2D!</dc:title>
  <cp:lastModifiedBy>*</cp:lastModifiedBy>
  <cp:revision>2</cp:revision>
  <dcterms:modified xsi:type="dcterms:W3CDTF">2026-01-29T19:21:53Z</dcterms:modified>
</cp:coreProperties>
</file>